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418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0550" y="948639"/>
            <a:ext cx="4455160" cy="28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F2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F2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F2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F2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4333"/>
            <a:ext cx="9144000" cy="50306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550" y="948639"/>
            <a:ext cx="5544820" cy="28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F2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4465"/>
            <a:ext cx="822960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502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2483" y="3469894"/>
            <a:ext cx="2030730" cy="1104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70" dirty="0">
                <a:solidFill>
                  <a:srgbClr val="1F2729"/>
                </a:solidFill>
                <a:latin typeface="Arial Black"/>
                <a:cs typeface="Arial Black"/>
              </a:rPr>
              <a:t>Team</a:t>
            </a:r>
            <a:r>
              <a:rPr sz="1600" spc="-200" dirty="0">
                <a:solidFill>
                  <a:srgbClr val="1F2729"/>
                </a:solidFill>
                <a:latin typeface="Arial Black"/>
                <a:cs typeface="Arial Black"/>
              </a:rPr>
              <a:t> </a:t>
            </a:r>
            <a:r>
              <a:rPr sz="1600" spc="-180" dirty="0">
                <a:solidFill>
                  <a:srgbClr val="1F2729"/>
                </a:solidFill>
                <a:latin typeface="Arial Black"/>
                <a:cs typeface="Arial Black"/>
              </a:rPr>
              <a:t>Name</a:t>
            </a:r>
            <a:r>
              <a:rPr sz="1600" spc="-190" dirty="0">
                <a:solidFill>
                  <a:srgbClr val="1F2729"/>
                </a:solidFill>
                <a:latin typeface="Arial Black"/>
                <a:cs typeface="Arial Black"/>
              </a:rPr>
              <a:t> </a:t>
            </a:r>
            <a:r>
              <a:rPr sz="1600" spc="-50" dirty="0">
                <a:solidFill>
                  <a:srgbClr val="1F2729"/>
                </a:solidFill>
                <a:latin typeface="Arial Black"/>
                <a:cs typeface="Arial Black"/>
              </a:rPr>
              <a:t>: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600" spc="-170" dirty="0">
                <a:solidFill>
                  <a:srgbClr val="1F2729"/>
                </a:solidFill>
                <a:latin typeface="Arial Black"/>
                <a:cs typeface="Arial Black"/>
              </a:rPr>
              <a:t>Team</a:t>
            </a:r>
            <a:r>
              <a:rPr sz="1600" spc="-200" dirty="0">
                <a:solidFill>
                  <a:srgbClr val="1F2729"/>
                </a:solidFill>
                <a:latin typeface="Arial Black"/>
                <a:cs typeface="Arial Black"/>
              </a:rPr>
              <a:t> </a:t>
            </a:r>
            <a:r>
              <a:rPr sz="1600" spc="-135" dirty="0">
                <a:solidFill>
                  <a:srgbClr val="1F2729"/>
                </a:solidFill>
                <a:latin typeface="Arial Black"/>
                <a:cs typeface="Arial Black"/>
              </a:rPr>
              <a:t>Leader</a:t>
            </a:r>
            <a:r>
              <a:rPr sz="1600" spc="-215" dirty="0">
                <a:solidFill>
                  <a:srgbClr val="1F2729"/>
                </a:solidFill>
                <a:latin typeface="Arial Black"/>
                <a:cs typeface="Arial Black"/>
              </a:rPr>
              <a:t> </a:t>
            </a:r>
            <a:r>
              <a:rPr sz="1600" spc="-180" dirty="0">
                <a:solidFill>
                  <a:srgbClr val="1F2729"/>
                </a:solidFill>
                <a:latin typeface="Arial Black"/>
                <a:cs typeface="Arial Black"/>
              </a:rPr>
              <a:t>Name</a:t>
            </a:r>
            <a:r>
              <a:rPr sz="1600" spc="-190" dirty="0">
                <a:solidFill>
                  <a:srgbClr val="1F2729"/>
                </a:solidFill>
                <a:latin typeface="Arial Black"/>
                <a:cs typeface="Arial Black"/>
              </a:rPr>
              <a:t> </a:t>
            </a:r>
            <a:r>
              <a:rPr sz="1600" spc="-50" dirty="0">
                <a:solidFill>
                  <a:srgbClr val="1F2729"/>
                </a:solidFill>
                <a:latin typeface="Arial Black"/>
                <a:cs typeface="Arial Black"/>
              </a:rPr>
              <a:t>: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600" spc="-120" dirty="0">
                <a:solidFill>
                  <a:srgbClr val="1F2729"/>
                </a:solidFill>
                <a:latin typeface="Arial Black"/>
                <a:cs typeface="Arial Black"/>
              </a:rPr>
              <a:t>Problem</a:t>
            </a:r>
            <a:r>
              <a:rPr sz="1600" spc="-240" dirty="0">
                <a:solidFill>
                  <a:srgbClr val="1F2729"/>
                </a:solidFill>
                <a:latin typeface="Arial Black"/>
                <a:cs typeface="Arial Black"/>
              </a:rPr>
              <a:t> </a:t>
            </a:r>
            <a:r>
              <a:rPr sz="1600" spc="-105" dirty="0">
                <a:solidFill>
                  <a:srgbClr val="1F2729"/>
                </a:solidFill>
                <a:latin typeface="Arial Black"/>
                <a:cs typeface="Arial Black"/>
              </a:rPr>
              <a:t>Statement</a:t>
            </a:r>
            <a:r>
              <a:rPr sz="1600" spc="-185" dirty="0">
                <a:solidFill>
                  <a:srgbClr val="1F2729"/>
                </a:solidFill>
                <a:latin typeface="Arial Black"/>
                <a:cs typeface="Arial Black"/>
              </a:rPr>
              <a:t> </a:t>
            </a:r>
            <a:r>
              <a:rPr sz="1600" spc="-50" dirty="0">
                <a:solidFill>
                  <a:srgbClr val="1F2729"/>
                </a:solidFill>
                <a:latin typeface="Arial Black"/>
                <a:cs typeface="Arial Black"/>
              </a:rPr>
              <a:t>: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5FB546-90FC-6561-AE7B-CD8CC66BC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33" y="365125"/>
            <a:ext cx="8581734" cy="47294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465DB50-7E44-79AB-6142-ADD80A48E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" y="441325"/>
            <a:ext cx="9144000" cy="45839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47E1E2-1BCA-53D3-2C6D-E40CCCB55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25"/>
            <a:ext cx="9144000" cy="46387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12B607-3EBC-4A9A-85B4-B9FB78BD8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1543"/>
            <a:ext cx="9144000" cy="46792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517525"/>
            <a:ext cx="6639559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00" dirty="0">
                <a:solidFill>
                  <a:srgbClr val="1F2729"/>
                </a:solidFill>
                <a:latin typeface="Arial Black"/>
                <a:cs typeface="Arial Black"/>
              </a:rPr>
              <a:t>Wireframes/Mock</a:t>
            </a:r>
            <a:r>
              <a:rPr sz="1700" spc="-240" dirty="0">
                <a:solidFill>
                  <a:srgbClr val="1F2729"/>
                </a:solidFill>
                <a:latin typeface="Arial Black"/>
                <a:cs typeface="Arial Black"/>
              </a:rPr>
              <a:t> </a:t>
            </a:r>
            <a:r>
              <a:rPr sz="1700" spc="-130" dirty="0">
                <a:solidFill>
                  <a:srgbClr val="1F2729"/>
                </a:solidFill>
                <a:latin typeface="Arial Black"/>
                <a:cs typeface="Arial Black"/>
              </a:rPr>
              <a:t>diagrams</a:t>
            </a:r>
            <a:r>
              <a:rPr sz="1700" spc="-240" dirty="0">
                <a:solidFill>
                  <a:srgbClr val="1F2729"/>
                </a:solidFill>
                <a:latin typeface="Arial Black"/>
                <a:cs typeface="Arial Black"/>
              </a:rPr>
              <a:t> </a:t>
            </a:r>
            <a:r>
              <a:rPr sz="1700" spc="-60" dirty="0">
                <a:solidFill>
                  <a:srgbClr val="1F2729"/>
                </a:solidFill>
                <a:latin typeface="Arial Black"/>
                <a:cs typeface="Arial Black"/>
              </a:rPr>
              <a:t>of</a:t>
            </a:r>
            <a:r>
              <a:rPr sz="1700" spc="-175" dirty="0">
                <a:solidFill>
                  <a:srgbClr val="1F2729"/>
                </a:solidFill>
                <a:latin typeface="Arial Black"/>
                <a:cs typeface="Arial Black"/>
              </a:rPr>
              <a:t> </a:t>
            </a:r>
            <a:r>
              <a:rPr sz="1700" spc="-80" dirty="0">
                <a:solidFill>
                  <a:srgbClr val="1F2729"/>
                </a:solidFill>
                <a:latin typeface="Arial Black"/>
                <a:cs typeface="Arial Black"/>
              </a:rPr>
              <a:t>the</a:t>
            </a:r>
            <a:r>
              <a:rPr sz="1700" spc="-170" dirty="0">
                <a:solidFill>
                  <a:srgbClr val="1F2729"/>
                </a:solidFill>
                <a:latin typeface="Arial Black"/>
                <a:cs typeface="Arial Black"/>
              </a:rPr>
              <a:t> </a:t>
            </a:r>
            <a:r>
              <a:rPr sz="1700" spc="-105" dirty="0">
                <a:solidFill>
                  <a:srgbClr val="1F2729"/>
                </a:solidFill>
                <a:latin typeface="Arial Black"/>
                <a:cs typeface="Arial Black"/>
              </a:rPr>
              <a:t>proposed</a:t>
            </a:r>
            <a:r>
              <a:rPr sz="1700" spc="-195" dirty="0">
                <a:solidFill>
                  <a:srgbClr val="1F2729"/>
                </a:solidFill>
                <a:latin typeface="Arial Black"/>
                <a:cs typeface="Arial Black"/>
              </a:rPr>
              <a:t> </a:t>
            </a:r>
            <a:r>
              <a:rPr sz="1700" spc="-90" dirty="0">
                <a:solidFill>
                  <a:srgbClr val="1F2729"/>
                </a:solidFill>
                <a:latin typeface="Arial Black"/>
                <a:cs typeface="Arial Black"/>
              </a:rPr>
              <a:t>solution</a:t>
            </a:r>
            <a:endParaRPr sz="1700" dirty="0">
              <a:latin typeface="Arial Black"/>
              <a:cs typeface="Arial Blac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FC394-C09D-A351-C89A-38A9D38B6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59" y="783107"/>
            <a:ext cx="4333741" cy="21167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D80BFF-5971-42FB-6FFC-FD0413135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474" y="780603"/>
            <a:ext cx="4294267" cy="21105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2CB36A-28B1-5D8A-572F-EDD284D34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474" y="2891177"/>
            <a:ext cx="4294267" cy="2155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5BC47C-35E5-DF0F-942F-B0AE6587B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258" y="2897393"/>
            <a:ext cx="4333742" cy="2155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48215C-2183-9A40-9CBD-558AF6EC8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531"/>
            <a:ext cx="9144000" cy="44647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A3694B-885E-0AD1-0E7F-0E0FCA80D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441325"/>
            <a:ext cx="8610600" cy="46126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E100DE-CDE1-451C-8EC0-FAA9DFE7A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92" y="365125"/>
            <a:ext cx="8732615" cy="4708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3892EB-2EBD-C214-8671-62027DD9E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97" y="365125"/>
            <a:ext cx="8819205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50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18</Words>
  <Application>Microsoft Office PowerPoint</Application>
  <PresentationFormat>Custom</PresentationFormat>
  <Paragraphs>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Siddhant Mishra</cp:lastModifiedBy>
  <cp:revision>6</cp:revision>
  <dcterms:created xsi:type="dcterms:W3CDTF">2026-02-14T14:53:23Z</dcterms:created>
  <dcterms:modified xsi:type="dcterms:W3CDTF">2026-02-14T20:42:11Z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2026-02-14T00:00:00Z</vt:filetime>
  </property>
  <property fmtid="{D5CDD505-2E9C-101B-9397-08002B2CF9AE}" pid="5" name="Producer">
    <vt:lpwstr>www.ilovepdf.com</vt:lpwstr>
  </property>
</Properties>
</file>