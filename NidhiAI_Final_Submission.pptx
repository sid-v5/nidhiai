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ManropeSemiBold-regular.fntdata"/><Relationship Id="rId21" Type="http://schemas.openxmlformats.org/officeDocument/2006/relationships/font" Target="fonts/ManropeSemiBold-bold.fntdata"/><Relationship Id="rId22" Type="http://schemas.openxmlformats.org/officeDocument/2006/relationships/font" Target="fonts/Poppins-regular.fntdata"/><Relationship Id="rId23" Type="http://schemas.openxmlformats.org/officeDocument/2006/relationships/font" Target="fonts/Poppins-bold.fntdata"/><Relationship Id="rId24" Type="http://schemas.openxmlformats.org/officeDocument/2006/relationships/font" Target="fonts/Poppins-italic.fntdata"/><Relationship Id="rId25" Type="http://schemas.openxmlformats.org/officeDocument/2006/relationships/font" Target="fonts/Poppins-boldItalic.fntdata"/><Relationship Id="rId26" Type="http://schemas.openxmlformats.org/officeDocument/2006/relationships/font" Target="fonts/Manrope-regular.fntdata"/><Relationship Id="rId27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Name: NidhiAI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India mandates ~Rs.38,000 Crores annually for CSR spending. Yet 90% of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these funds flow to the top 50 well-resourced NGOs. Small grassroots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organizations — the ones actually serving rural India — are locked out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because they lack the bandwidth for legal compliance paperwork (12A, 80G,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FCRA) and cannot draft corporate-standard English proposals.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The capital is there. The transmission layer is broken.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Leader: Siddhant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NidhiAI is a multi-agent AI platform that gives grassroots NGOs the same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administrative firepower as large organizations — for free.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it does: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Compliance Automation — NGOs upload their 12A/80G certificates. Amazon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Textract extracts key fields; a Bedrock Agent validates legal standing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in seconds instead of weeks with a chartered accountant.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Smart CSR Grant Matching — We built a Knowledge Base of corporate CSR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filings (Tata, Infosys, HDFC, Reliance, Wipro). Titan Embeddings match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the NGO profile to relevant funding opportunities semantically.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One-Click Proposal Drafting — A single button press generates a formal,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5-page grant application tailored to the specific fund guidelines,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completely removing the English fluency barrier.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4. CSR Legal Assistant — An integrated chatbot backed by a Knowledge Base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of Indian CSR laws (Section 135, Schedule VII, FCRA) provides instant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regulatory guidance.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Why AI is required in NidhiAI: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This is not a CRUD app with a chatbot bolted on. Every core feature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is impossible without AI: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&gt; Document Compliance: Government certificates (12A/80G) are unstructured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scanned PDFs with no standard API. Amazon Textract + a Bedrock Agent is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the only viable extraction pipeline for registration numbers and dates.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&gt; Semantic Matching: A keyword search cannot map "village water well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project" to "Schedule VII Rural Infrastructure Development." We need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Titan Text Embeddings V2 + OpenSearch vector search for this.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&gt; Proposal Generation: Grassroots NGOs cannot afford Rs.50,000 per grant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writer. Claude 3.5 Sonnet via Bedrock acts as that writer — ingesting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NGO context and corporate criteria via RAG to produce formal proposals.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AWS services are used: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Bedrock Agents (Supervisor Pattern) — orchestrates 4 sub-agents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Textract — OCR + document analysis on legal PDFs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OpenSearch Serverless — vector store for Knowledge Bases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AWS Lambda (x4) — serverless compute for each agent action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DynamoDB — state management across 4 tables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S3 (x5 buckets) — document storage and KB data sources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Features: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Core Platform: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NGO Profile Management with sector and region tagging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Drag-and-drop document upload to S3 with real-time progress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Real-time compliance dashboard (12A / 80G / CSR-1 status)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AI-Powered Agents (Amazon Bedrock Supervisor Pattern):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Compliance Agent — Textract-powered legal document validation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Grant Scout Agent — semantic matching against 5+ corporate CSR funds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Proposal Agent — RAG-based formal proposal generation (PDF export)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Impact Agent — quarterly report generation with AI-computed metrics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CSR Assistant Chatbot: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Backed by a synced Knowledge Base of Indian CSR laws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Answers questions about Section 135, Schedule VII, FCRA, 12A/80G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Pre-built suggested questions for ease of use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Developer &amp; UX Features: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Agent Trace panel — shows the multi-agent orchestration in real-time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Natural language command bar on the dashboard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Dark/Light theme toggle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Fully responsive design (Next.js 16 + TailwindCSS)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User Flow: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NGO Leader signs up and creates a profile (name, sector, region)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Uploads legal documents (12A cert, 80G cert, CSR-1 form) via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drag-and-drop. Files go directly to the nidhiai-documents S3 bucket.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The Supervisor Agent (HB82HPMIA3) orchestrates the Compliance Agent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(GFOH0VN84S), which calls the nidhiai-scan-documents Lambda. Amazon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Textract reads the PDFs. Results are stored in DynamoDB.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4. Once compliant, the Grant Scout Agent (KRPTCZMV4Z) calls the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nidhiai-match-grants Lambda. Titan Embeddings V2 queries OpenSearch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against the nidhiai-kb-csr-opportunities bucket. Top matches returned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with relevance scores (e.g., Tata Steel — 93%).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5. NGO clicks "Draft Proposal." The Proposal Agent (23TIS55Z0P) calls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nidhiai-generate-pdf Lambda. Claude generates a full proposal via RAG;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the PDF is saved to nidhiai-generated-pdfs bucket.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6. For general CSR questions, the Supervisor directly queries the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nidhiai-kb-csr-laws Knowledge Base (WUIYUPN7I2) and responds.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 / Screenshots of the Working Prototype: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8" name="Picture 87" descr="dashboard_17729688717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371600"/>
            <a:ext cx="4114800" cy="2560320"/>
          </a:xfrm>
          <a:prstGeom prst="rect">
            <a:avLst/>
          </a:prstGeom>
        </p:spPr>
      </p:pic>
      <p:pic>
        <p:nvPicPr>
          <p:cNvPr id="89" name="Picture 88" descr="grants_17729690056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71600"/>
            <a:ext cx="4114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         [Next.js Frontend on Vercel]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                   |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         [AWS API Gateway REST]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                   |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      [nidhiai-gateway Lambda]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                   |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  +----------------+----------------+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  |                                 |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[Amazon Bedrock Agents]          [Direct Lambda Calls]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Supervisor (HB82HPMIA3)          for S3 upload, DynamoDB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  |                                 |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+--------+--------+--------+     [Amazon S3 - 5 buckets]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|        |        |        |     [DynamoDB - 4 tables]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Compliance Grant  Proposal Impact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(GFOH0VN) Scout   (23TIS5) (PHLYZ)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 (KRPTCZ)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|        |        |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Textract  OpenSearch  Claude/Nova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 Serverless  via Bedrock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 (3 KBs)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All compute is serverless. Zero always-on servers.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AWS AI/ML: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Bedrock Agents — 5 agents (1 Supervisor + 4 sub-agents)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Bedrock Knowledge Bases — 3 KBs (CSR laws, opportunities, proposals)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Titan Text Embeddings V2 — vector embeddings for semantic search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Foundation Models: Claude 3.5 Sonnet, Amazon Nova 2 Lite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Textract — OCR and structured data extraction from PDFs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AWS Infrastructure: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AWS Lambda — 4 functions (Python 3.12, 256MB, 90s timeout)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* nidhiai-scan-documents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* nidhiai-match-grants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* nidhiai-generate-pdf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* nidhiai-generate-report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API Gateway — REST API routing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DynamoDB — 4 tables (profiles, documents, compliance, proposals)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S3 — 5 buckets (documents, PDFs, 3 KB data sources)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OpenSearch Serverless — vector store backing all 3 KBs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Amazon Cognito — user authentication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Frontend: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Next.js 16 (React 19, Server Components)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TailwindCSS + custom dark theme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Deployed on Vercel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(current):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Lambda / API Gateway / DynamoDB: Covered under AWS Free Tier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Bedrock inference: ~Rs.800/month at demo volume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S3 storage: &lt; Rs.50/month across all 5 buckets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OpenSearch Serverless: Min-capacity provisions apply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Total prototype spend to date: &lt; Rs.8,000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Production (100 NGOs/month):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Estimated Rs.15,000-25,000/month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Per-proposal cost: ~Rs.25 vs. Rs.50,000+ for a human grant writer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This represents a 2000x cost reduction for NGOs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The serverless model means zero cost when idle — no NGO pays for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infrastructure they are not using.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working prototype: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2" name="Picture 111" descr="compliance_1772968882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188720"/>
            <a:ext cx="2834640" cy="1828800"/>
          </a:xfrm>
          <a:prstGeom prst="rect">
            <a:avLst/>
          </a:prstGeom>
        </p:spPr>
      </p:pic>
      <p:pic>
        <p:nvPicPr>
          <p:cNvPr id="113" name="Picture 112" descr="proposals_1772969030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1188720"/>
            <a:ext cx="2834640" cy="1828800"/>
          </a:xfrm>
          <a:prstGeom prst="rect">
            <a:avLst/>
          </a:prstGeom>
        </p:spPr>
      </p:pic>
      <p:pic>
        <p:nvPicPr>
          <p:cNvPr id="114" name="Picture 113" descr="chatbot_final_17729692166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188720"/>
            <a:ext cx="2834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Performance: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End-to-End Latency (measured on live AWS infra, ap-south-1):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Document Upload to S3:              ~1.2 seconds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Compliance Scan (Textract + Agent):  4-6 seconds per document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Grant Matching (Titan V2 + AOSS):    1.8 seconds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Proposal Generation (RAG + Claude):  15-20 seconds (streamed)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KB Chatbot Response:                 2-4 seconds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Infrastructure: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System availability:  100% (fully managed AWS services)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Cold start penalty:   &lt; 800ms (Lambda Python 3.12, 256MB)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Concurrent capacity:  Auto-scales with Lambda provisioning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Agent Orchestration: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All 5 Bedrock Agents status: PREPARED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All 3 Knowledge Bases status: ACTIVE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KB sync: 18 documents indexed with 0 failures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Future Development: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Near-term (next 3 months):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Multilingual voice intake via Amazon Transcribe — let NGO founders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describe their work in Hindi or regional languages, and have the AI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convert it into a formal English proposal automatically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Direct submission to corporate CSR portals through API integrations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Expand the Grant KB to cover 50+ companies (currently 5)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Medium-term (6-12 months):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Government scheme matching (PM-KISAN, MGNREGA tie-ins)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Automated annual compliance reminders (12A/80G renewal alerts)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- Mobile-first PWA for low-bandwidth rural areas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Long-term vision: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NidhiAI becomes the default operating system for NGO administration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in India — handling compliance, funding, reporting, and government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filings in one platform. If 10% of the Rs.38,000 Cr CSR pool reaches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smaller NGOs through NidhiAI, that is Rs.3,800 Crores unlocked for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communities that need it most.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Repository: https://github.com/Sid-V5/NidhiAi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Video: [Add YouTube / Google Drive link here]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Live MVP: [Add Vercel deployment URL here]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