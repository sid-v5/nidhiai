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Manrope SemiBold"/>
      <p:regular r:id="rId20"/>
      <p:bold r:id="rId21"/>
    </p:embeddedFont>
    <p:embeddedFont>
      <p:font typeface="Poppins"/>
      <p:regular r:id="rId22"/>
      <p:bold r:id="rId23"/>
      <p:italic r:id="rId24"/>
      <p:boldItalic r:id="rId25"/>
    </p:embeddedFont>
    <p:embeddedFont>
      <p:font typeface="Manrope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font" Target="fonts/ManropeSemiBold-regular.fntdata"/><Relationship Id="rId21" Type="http://schemas.openxmlformats.org/officeDocument/2006/relationships/font" Target="fonts/ManropeSemiBold-bold.fntdata"/><Relationship Id="rId22" Type="http://schemas.openxmlformats.org/officeDocument/2006/relationships/font" Target="fonts/Poppins-regular.fntdata"/><Relationship Id="rId23" Type="http://schemas.openxmlformats.org/officeDocument/2006/relationships/font" Target="fonts/Poppins-bold.fntdata"/><Relationship Id="rId24" Type="http://schemas.openxmlformats.org/officeDocument/2006/relationships/font" Target="fonts/Poppins-italic.fntdata"/><Relationship Id="rId25" Type="http://schemas.openxmlformats.org/officeDocument/2006/relationships/font" Target="fonts/Poppins-boldItalic.fntdata"/><Relationship Id="rId26" Type="http://schemas.openxmlformats.org/officeDocument/2006/relationships/font" Target="fonts/Manrope-regular.fntdata"/><Relationship Id="rId27" Type="http://schemas.openxmlformats.org/officeDocument/2006/relationships/font" Target="fonts/Manrope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6c7e62156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6c7e62156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6c7e62156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6c7e62156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6c7e62156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b6c7e62156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b6c7e62156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b6c7e62156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6c7e62156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b6c7e62156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b6c7e6215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b6c7e6215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b6c7e62156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b6c7e62156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b6c7e62156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b6c7e62156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91012bb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91012bb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b91012bb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b91012bb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b91012bb2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b91012bb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1012bb2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1012bb2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b6c7e62156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b6c7e62156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Artscfghgboard – 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83675" y="3446998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Name: NidhiAI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83680" y="4298160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Statement: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/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India mandates Rs.38,000 Crores/year for Corporate Social Responsibility.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But 90% of this capital is captured by the top 50 well-resourced NGOs.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Grassroots organizations serving rural India are locked out because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they lack the legal teams and English fluency to navigate compliance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paperwork and write corporate-grade proposals.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83663" y="3854458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Leader: Siddhant</a:t>
            </a:r>
            <a:endParaRPr sz="1600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311700" y="86355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Brief about the Idea: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NidhiAI is an AI-powered platform that gives grassroots NGOs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the same administrative firepower as large organizations.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1. Compliance Automation — NGOs upload their 12A/80G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certificates. Amazon Textract reads the scanned PDFs and a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Bedrock Agent validates legal standing in seconds.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2. Smart Grant Matching — We built a Knowledge Base of real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corporate CSR filings. Titan Embeddings match the NGO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profile to relevant funding opportunities semantically.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3. Instant Proposal Drafting — One click generates a formal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grant application tailored to the fund's criteria. The text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is livestreamed to the screen as the AI writes it.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4. CSR Legal Assistant — An integrated chatbot answers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questions about Section 135, Schedule VII, and FCRA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3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using a synced Knowledge Base of Indian CSR laws.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5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/>
          <p:nvPr/>
        </p:nvSpPr>
        <p:spPr>
          <a:xfrm>
            <a:off x="311700" y="863550"/>
            <a:ext cx="6267900" cy="28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Why AI is required: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Government certificates (12A, 80G) are scanned PDFs with no API.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Amazon Textract + a Bedrock Agent is required to extract registration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numbers and expiry dates from these unstructured documents.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 keyword search cannot match "village water project" to a company's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"Schedule VII Rural Infrastructure" mandate. Semantic embeddings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(Titan Text Embeddings V2 + OpenSearch vector search) are needed.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Grassroots NGOs cannot afford Rs.50,000 per grant writer. The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Proposal Agent uses Claude via RAG to generate formal proposals.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How AWS services are used: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Amazon Bedrock Agents — orchestrates 4 specialized sub-agents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using the Supervisor Pattern (compliance, grants, proposals, impact)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Amazon Textract — OCR + document analysis on legal PDFs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Amazon Bedrock Knowledge Bases — 3 KBs backed by OpenSearch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Serverless storing CSR laws, corporate CSR filings, and proposals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AWS Lambda — 4 serverless functions for each agent action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Amazon S3 / DynamoDB — document storage and state management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6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Features of the Prototype: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Core Platform: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NGO profile management with sector and region tagging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Drag-and-drop document upload with real-time progress bars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Live compliance dashboard showing 12A / 80G / CSR-1 status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AI-Powered Agents (Amazon Bedrock Supervisor Pattern):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Compliance Agent — validates legal documents via Textract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Grant Scout Agent — semantic matching across 5+ corporate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CSR programs with relevance scores (e.g., 93% match)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Proposal Agent — generates formal proposals via RAG, with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the text livestreamed to screen as the model writes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Impact Agent — quarterly report generation with AI-computed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metrics from user-provided impact data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Additional Features: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CSR Assistant chatbot backed by Indian CSR law Knowledge Base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Agent Trace panel shows multi-agent orchestration in real-time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Natural language command bar on the dashboard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Dark/Light theme toggle • Responsive design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7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7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User Flow: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1. NGO leader signs up and creates a profile (name, sector, region)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2. Uploads legal documents (12A cert, 80G cert, CSR-1 form) via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drag-and-drop. Files are stored in S3.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3. The Supervisor Agent orchestrates the Compliance Agent, which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invokes Amazon Textract to read the PDFs. Results are validated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and stored, with compliance status shown on the dashboard.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4. The Grant Scout Agent uses Titan Embeddings to query the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Knowledge Base and returns the top matching CSR opportunities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ranked by relevance (e.g., Tata Steel 93%, Infosys 88%).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5. NGO clicks "Draft Proposal" on any matched grant. The Proposal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Agent generates a tailored grant application using RAG. The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output is livestreamed to the screen as the model writes.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6. For regulatory questions, the Supervisor queries the CSR laws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Knowledge Base directly and responds via the chatbot interface.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7. Impact Agent generates quarterly reports using user-supplied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data (beneficiaries served, funds utilized, programs completed).</a:t>
            </a:r>
            <a:endParaRPr b="1" sz="1700">
              <a:solidFill>
                <a:srgbClr val="20272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8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8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4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Screenshots from the working prototype: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88" name="Picture 87" descr="dashboard_17729688717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371600"/>
            <a:ext cx="3840480" cy="2286000"/>
          </a:xfrm>
          <a:prstGeom prst="rect">
            <a:avLst/>
          </a:prstGeom>
        </p:spPr>
      </p:pic>
      <p:pic>
        <p:nvPicPr>
          <p:cNvPr id="89" name="Picture 88" descr="grants_177296900567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1371600"/>
            <a:ext cx="3840480" cy="2286000"/>
          </a:xfrm>
          <a:prstGeom prst="rect">
            <a:avLst/>
          </a:prstGeom>
        </p:spPr>
      </p:pic>
      <p:pic>
        <p:nvPicPr>
          <p:cNvPr id="90" name="Picture 89" descr="compliance_177296888256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840480"/>
            <a:ext cx="3840480" cy="1097280"/>
          </a:xfrm>
          <a:prstGeom prst="rect">
            <a:avLst/>
          </a:prstGeom>
        </p:spPr>
      </p:pic>
      <p:pic>
        <p:nvPicPr>
          <p:cNvPr id="91" name="Picture 90" descr="chatbot_final_17729692166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0" y="3840480"/>
            <a:ext cx="384048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9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9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Architecture: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                    [Next.js Frontend — Vercel]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                                |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                    [AWS API Gateway + Cognito]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                                |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                 [Gateway Lambda — route handler]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                                |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           +--------------------+--------------------+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           |                                         |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 [Amazon Bedrock Agents]                 [Direct API calls]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  Supervisor Agent                       (S3 upload, DynamoDB)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           |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 +---------+---------+---------+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 |         |         |         |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Compliance  Grant    Proposal  Impact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Agent     Scout     Agent     Agent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 |         |         |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Textract  OpenSearch  Claude/Nova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        Serverless  via Bedrock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         (3 KBs)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Storage: Amazon S3 (5 buckets) + DynamoDB (4 tables)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0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All compute is serverless — zero always-on servers.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0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0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Technologies utilized: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AWS AI/ML: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Amazon Bedrock Agents (Supervisor Pattern — 1 supervisor + 4 sub-agents)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Amazon Bedrock Knowledge Bases (3 KBs backed by OpenSearch Serverless)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Amazon Titan Text Embeddings V2 — vector embeddings for semantic search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Foundation Models: Claude 3.5 Sonnet / Amazon Nova 2 Lite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Amazon Textract — OCR and structured data extraction from PDFs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AWS Infrastructure: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AWS Lambda — 4 functions (Python 3.12)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nidhiai-scan-documents, nidhiai-match-grants,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nidhiai-generate-pdf, nidhiai-generate-report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Amazon API Gateway (REST API)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Amazon DynamoDB — 4 tables (profiles, documents, compliance, proposals)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Amazon S3 — 5 buckets (documents, generated PDFs, 3 KB data sources)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Amazon Cognito — user authentication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Frontend: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Next.js 16 (React 19, Server Components) + TailwindCSS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Deployed on Vercel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21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1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Estimated implementation cost: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Prototype (current spend):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Lambda / API Gateway / DynamoDB — AWS Free Tier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Bedrock model inference — ~Rs.800/month at demo volume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S3 storage — &lt; Rs.50/month across all buckets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Total prototype spend to date: &lt; Rs.8,000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Unit Economics comparison: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Cost per proposal — Traditional: Rs.50,000+ → NidhiAI: &lt; Rs.10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Time per proposal — Traditional: 2-4 weeks → NidhiAI: &lt; 10 minutes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Compliance check — Traditional: CA fees Rs.5,000+ → NidhiAI: automated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Grant discovery — Traditional: manual search → NidhiAI: AI-matched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Production estimate (100 NGOs/month):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AWS infra cost: ~Rs.17,000/month (~$204)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Revenue at Rs.999/NGO/month: Rs.99,900/month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Gross margin: ~83%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Break-even: 18 paying NGOs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Serverless model means zero cost when idle.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2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2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4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More prototype screenshots: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112" name="Picture 111" descr="proposals_1772969030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371600"/>
            <a:ext cx="3840480" cy="1828800"/>
          </a:xfrm>
          <a:prstGeom prst="rect">
            <a:avLst/>
          </a:prstGeom>
        </p:spPr>
      </p:pic>
      <p:pic>
        <p:nvPicPr>
          <p:cNvPr id="113" name="Picture 112" descr="landing_page_177296884833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1371600"/>
            <a:ext cx="3840480" cy="1828800"/>
          </a:xfrm>
          <a:prstGeom prst="rect">
            <a:avLst/>
          </a:prstGeom>
        </p:spPr>
      </p:pic>
      <p:pic>
        <p:nvPicPr>
          <p:cNvPr id="114" name="Picture 113" descr="upload_page_fixed_17728193116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383280"/>
            <a:ext cx="3840480" cy="1371600"/>
          </a:xfrm>
          <a:prstGeom prst="rect">
            <a:avLst/>
          </a:prstGeom>
        </p:spPr>
      </p:pic>
      <p:pic>
        <p:nvPicPr>
          <p:cNvPr id="115" name="Picture 114" descr="chatbot_no_trace_17729690871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0" y="3383280"/>
            <a:ext cx="38404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3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3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Prototype Performance: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Response Latency (measured on live AWS infrastructure, ap-south-1):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Document upload to S3: ~1.2 seconds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Compliance scan (Textract + Bedrock Agent): 4-6 seconds per document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Grant matching (semantic search): 1.8 seconds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Proposal generation (RAG + streaming): 15-20 seconds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— output is livestreamed to the user as the model writes,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so perceived wait time is much shorter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CSR chatbot response: 2-4 seconds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Scalability: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100% serverless — automatically scales with demand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No always-on servers, no capacity planning needed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All AI models are managed by AWS (no self-hosted infra)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Reliability: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Built entirely on AWS managed services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Knowledge Bases synced with 18 documents, 0 ingestion failures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All API responses include structured error handling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24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4"/>
          <p:cNvSpPr txBox="1"/>
          <p:nvPr/>
        </p:nvSpPr>
        <p:spPr>
          <a:xfrm>
            <a:off x="311700" y="863550"/>
            <a:ext cx="7531800" cy="3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Future Development: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Near-term (3-6 months):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Multilingual voice input via Amazon Transcribe — NGO founders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describe their work in Hindi, AI converts to English proposals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Expand Grant KB from 5 corporations to 50+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Automated compliance reminders (12A/80G renewal alerts)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Mobile-first PWA for low-bandwidth rural areas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Medium-term (6-12 months):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Direct submission to corporate CSR portals via API integrations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Government scheme matching (PM-KISAN, MGNREGA tie-ins)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WhatsApp bot for zero-tech-literacy users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Long-term vision: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NidhiAI becomes the default administrative platform for NGOs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in India — handling compliance, funding, reporting, and filings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• If 10% of the Rs.38,000 Cr CSR pool reaches smaller NGOs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through NidhiAI, that is Rs.3,800 Crores unlocked for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1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  communities that need it most</a:t>
            </a:r>
            <a:r>
              <a:rPr b="1" lang="en-GB" sz="17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/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25" title="Artboarddfghjk – 6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5"/>
          <p:cNvSpPr txBox="1"/>
          <p:nvPr/>
        </p:nvSpPr>
        <p:spPr>
          <a:xfrm>
            <a:off x="311700" y="863550"/>
            <a:ext cx="75318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1" lang="en-GB" sz="1400">
                <a:solidFill>
                  <a:srgbClr val="202729"/>
                </a:solidFill>
                <a:latin typeface="Manrope"/>
                <a:ea typeface="Manrope"/>
                <a:cs typeface="Manrope"/>
                <a:sym typeface="Manrope"/>
              </a:rPr>
              <a:t>Prototype Assets:</a:t>
            </a:r>
            <a:endParaRPr>
              <a:solidFill>
                <a:srgbClr val="43434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382950" y="1391326"/>
            <a:ext cx="7531800" cy="7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GitHub Public Repository Link:</a:t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https://github.com/Sid-V5/NidhiAi</a:t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Demo Video Link (Max: 3 Minutes):</a:t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[Insert YouTube / Google Drive link here]</a:t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26" title="AI for Bharddat BANNER – 5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