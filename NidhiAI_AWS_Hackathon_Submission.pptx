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SemiBold-regular.fntdata"/><Relationship Id="rId21" Type="http://schemas.openxmlformats.org/officeDocument/2006/relationships/font" Target="fonts/ManropeSemiBold-bold.fntdata"/><Relationship Id="rId22" Type="http://schemas.openxmlformats.org/officeDocument/2006/relationships/font" Target="fonts/Poppins-regular.fntdata"/><Relationship Id="rId23" Type="http://schemas.openxmlformats.org/officeDocument/2006/relationships/font" Target="fonts/Poppins-bold.fntdata"/><Relationship Id="rId24" Type="http://schemas.openxmlformats.org/officeDocument/2006/relationships/font" Target="fonts/Poppins-italic.fntdata"/><Relationship Id="rId25" Type="http://schemas.openxmlformats.org/officeDocument/2006/relationships/font" Target="fonts/Poppins-boldItalic.fntdata"/><Relationship Id="rId26" Type="http://schemas.openxmlformats.org/officeDocument/2006/relationships/font" Target="fonts/Manrope-regular.fntdata"/><Relationship Id="rId27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NidhiAI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
Over ₹38,000 Crores in corporate CSR funds are available annually in India. But nearly 90% goes to the top 50, elite NGOs. Grassroots actors lack exactly two things: Legal Compliance bandwidth and English proposal writing fluency. The funds exist, but the communities that need them most are locked out by a barrier of bureaucracy and language.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Siddhant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
NidhiAI: An AI-Orchestrated Platform to Democratize Corporate Funding.
1. Automated Compliance: NGOs upload documents (12A, 80G). We use AWS AI (Textract) to instantly verify legal standing.
2. AI-Matched Discovery: A Bedrock Grant Scout matches the NGO exact profile to real CSR opportunities using semantic search over corporate filings.
3. One-Click Proposals: A Proposal Agent drafts formal grant applications tailored specifically to the corporate fund strict criteria, erasing the language barrier entirely.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Why AI is required in your solution?
- It is not just a database; it requires reasoning. We semantically align a rural NGO village water project with Tata Steel dense CSR mandate.
- Generative Generation: NGOs cannot afford grant writers. Claude 3.5 creates corporate-ready proposals instantaneously.
- Legal Validation: Reading OCR government documents (12A/80G) and extracting exact expiry dates for compliance requires an AI vision pipeline (Textract -&gt; LLM).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
Highly Cost-Efficient (Serverless Model):
- Compute (Lambda/API Gateway): $0.00 at prototype scale (Free Tier).
- Bedrock / LLM Inference: ~$5-10/month depending on proposal volume.
- OpenSearch Serverless: Scaled to zero during sleep.
- Total Prototype Budget Used: &lt;$100.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Link: https://github.com/Sid-V5/NidhiAi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Link: [Insert YouTube Link]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